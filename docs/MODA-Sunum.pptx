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8580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Giyim E-Ticaret Platformu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destekli ürün önerisi · Docker ile dağıtım · Tamamen responsive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Staj Projesi Sunumu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Özeti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Kadın, erkek ve çocuk giyimi satan, uçtan uca çalışan bir e-ticaret sitesi. Kullanıcılar ürünleri filtreleyerek bulabilir, sepete ekleyip sipariş verebilir, yorum yapabilir; yöneticiler ürün ve siparişleri yönetebilir. Yapay zeka asistanı doğal dille ürün önerir.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modülü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ürün, sepet, sipariş, yorum, AI...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6517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66+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25196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ürün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4343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810 varyant, gerçekçi katalog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6517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04672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4343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mobil, tablet, masaüstü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— Giyim E-Ticaret Platformu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Teknoloji Yığını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852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4198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98678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5537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51960" y="13716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37160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312E81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3716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852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34198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98678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45537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doğrulama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13716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37160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13716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66760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2852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66760" y="34198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66760" y="398678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66760" y="45537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Monolitik mimari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— Giyim E-Ticaret Platformu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Mimarisi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Monolitik yapı, Docker ile 3 konteyner halinde çalışır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(responsive)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3063240"/>
            <a:ext cx="658368" cy="32004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3703320" y="237744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/ Web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0332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dosyalar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/api proxy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3063240"/>
            <a:ext cx="658368" cy="32004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237744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7512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Prisma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iş mantığı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3063240"/>
            <a:ext cx="658368" cy="32004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6920" y="237744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E0E7FF"/>
          </a:solidFill>
          <a:ln/>
        </p:spPr>
      </p:sp>
      <p:sp>
        <p:nvSpPr>
          <p:cNvPr id="17" name="Text 15"/>
          <p:cNvSpPr/>
          <p:nvPr/>
        </p:nvSpPr>
        <p:spPr>
          <a:xfrm>
            <a:off x="96469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4692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veri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(volume)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tek port (80) üzerinden hem siteye hem API'ye erişir. Docker Compose tek komutla tüm servisleri ayağa kaldırır: veritabanı → migration → seed → API → frontend.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— Giyim E-Ticaret Platformu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Özellikler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EEF2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/ giriş (JWT), gelişmiş ürün filtreleme (kategori, fiyat, beden, renk, arama), sepet, adres yönetimi, sipariş verme ve takip, ürün yorumları.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214884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ekleme/silme (varyantlarıyla), sipariş yönetimi ve durum güncelleme, yorum denetimi.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EEF2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Asistan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dille ürün önerisi ("300 TL altında tişört öner"). Gemini niyeti anlar, gerçek veritabanından ürün getirir.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65760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443484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Atomik stok düşme (transaction), rol bazlı yetki, snapshot sipariş adresi, responsive tasarım.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— Giyim E-Ticaret Platformu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Öne Çıkan: AI Alışveriş Asistanı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bir "çevirmen" olarak kullanılır — ürünleri asla uydurmaz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312E81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5603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"300 TL altında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tişört öner"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468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29000" y="23774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312E81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25603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3200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3657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niyeti filtreye çevirir: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{kategori, maxPrice}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09360" y="23774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312E81"/>
          </a:solidFill>
          <a:ln/>
        </p:spPr>
      </p:sp>
      <p:sp>
        <p:nvSpPr>
          <p:cNvPr id="17" name="Shape 15"/>
          <p:cNvSpPr/>
          <p:nvPr/>
        </p:nvSpPr>
        <p:spPr>
          <a:xfrm>
            <a:off x="7360920" y="25603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3200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46520" y="3657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ürünlerimiz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filtreyle sorgulanır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89720" y="23774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312E8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41280" y="25603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89720" y="3200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0" y="3657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ürünler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 olarak gösterilir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mimari? Modele "ürün öner" deyip listeyi ona yazdırmak olmayan ürünler ve yanlış fiyatlar üretir. Bu yaklaşımda gerçek veri her zaman kendi veritabanımızdan gelir; model sadece doğal dili anlar.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 Kalitesi &amp; Mimari Disiplin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Katmanlı mimari (her modülde)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1828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+ middleware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86000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istek/yanıt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3383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 mantığı, kurallar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60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6000" y="4160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veritabanı erişimi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Uygulanan pratikler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1874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✓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tip güvenliği (TypeScript)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44144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✓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ile girdi doğrulama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00837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✓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hata yönetimi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57530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✓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Modüler klasör yapısı (özellik bazlı)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414223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✓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 disiplini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709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✓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modül için dokümantasyon (README)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— Giyim E-Ticaret Platformu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Canlı Demo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02920" y="2651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komutla tüm site ayağa kalkıyor: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3246120"/>
            <a:ext cx="7315200" cy="685800"/>
          </a:xfrm>
          <a:prstGeom prst="roundRect">
            <a:avLst>
              <a:gd name="adj" fmla="val 10667"/>
            </a:avLst>
          </a:prstGeom>
          <a:solidFill>
            <a:srgbClr val="0F0D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4612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-f docker-compose.prod.yml up --build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▸"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filtreleme (66 ürün üzerinde)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▸"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asistanla ürün önerisi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212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▸"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Sepet → sipariş akışı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▸"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0" y="5394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Staj Projesi</dc:creator>
  <cp:lastModifiedBy>Staj Projesi</cp:lastModifiedBy>
  <cp:revision>1</cp:revision>
  <dcterms:created xsi:type="dcterms:W3CDTF">2026-08-07T10:08:30Z</dcterms:created>
  <dcterms:modified xsi:type="dcterms:W3CDTF">2026-08-07T10:08:30Z</dcterms:modified>
</cp:coreProperties>
</file>